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House Price Prediction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Machine Learning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house prices based on property features</a:t>
            </a:r>
          </a:p>
          <a:p>
            <a:r>
              <a:t>• Identify key factors influencing pricing</a:t>
            </a:r>
          </a:p>
          <a:p>
            <a:r>
              <a:t>• Provide data-driven recommendations</a:t>
            </a:r>
          </a:p>
          <a:p>
            <a:r>
              <a:t>• Build deployable ML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pricing accuracy</a:t>
            </a:r>
          </a:p>
          <a:p>
            <a:r>
              <a:t>• Assist buyers and sellers in decision-making</a:t>
            </a:r>
          </a:p>
          <a:p>
            <a:r>
              <a:t>• Reduce manual valuation effort</a:t>
            </a:r>
          </a:p>
          <a:p>
            <a:r>
              <a:t>• Increase transparency in property 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Features: Area, Bedrooms, Bathrooms, Location, etc.</a:t>
            </a:r>
          </a:p>
          <a:p>
            <a:r>
              <a:t>• Target Variable: Price</a:t>
            </a:r>
          </a:p>
          <a:p>
            <a:r>
              <a:t>• Mixed Data Types (Numeric + Categorical)</a:t>
            </a:r>
          </a:p>
          <a:p>
            <a:r>
              <a:t>• Data Cleaning &amp; Preprocessing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Handled missing values</a:t>
            </a:r>
          </a:p>
          <a:p>
            <a:r>
              <a:t>• Removed duplicates</a:t>
            </a:r>
          </a:p>
          <a:p>
            <a:r>
              <a:t>• Encoded categorical variables (One-Hot Encoding)</a:t>
            </a:r>
          </a:p>
          <a:p>
            <a:r>
              <a:t>• Feature selection &amp; scaling (if needed)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analysis</a:t>
            </a:r>
          </a:p>
          <a:p>
            <a:r>
              <a:t>• Price distribution analysis</a:t>
            </a:r>
          </a:p>
          <a:p>
            <a:r>
              <a:t>• Feature vs Price relationships</a:t>
            </a:r>
          </a:p>
          <a:p>
            <a:r>
              <a:t>• Identified important predictors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Train-Test Split (80-20)</a:t>
            </a:r>
          </a:p>
          <a:p>
            <a:r>
              <a:t>• Linear Regression Model</a:t>
            </a:r>
          </a:p>
          <a:p>
            <a:r>
              <a:t>• Random Forest (optional improvement)</a:t>
            </a:r>
          </a:p>
          <a:p>
            <a:r>
              <a:t>• Model training &amp;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MAE (Mean Absolute Error)</a:t>
            </a:r>
          </a:p>
          <a:p>
            <a:r>
              <a:t>• RMSE (Root Mean Squared Error)</a:t>
            </a:r>
          </a:p>
          <a:p>
            <a:r>
              <a:t>• R² Score</a:t>
            </a:r>
          </a:p>
          <a:p>
            <a:r>
              <a:t>• Performance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Area strongly impacts price</a:t>
            </a:r>
          </a:p>
          <a:p>
            <a:r>
              <a:t>• Location significantly affects valuation</a:t>
            </a:r>
          </a:p>
          <a:p>
            <a:r>
              <a:t>• Number of bedrooms influences pricing</a:t>
            </a:r>
          </a:p>
          <a:p>
            <a:r>
              <a:t>• Some features show weak correlation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prediction API (Flask/FastAPI)</a:t>
            </a:r>
          </a:p>
          <a:p>
            <a:r>
              <a:t>• Web interface for user input</a:t>
            </a:r>
          </a:p>
          <a:p>
            <a:r>
              <a:t>• Real-time price prediction</a:t>
            </a:r>
          </a:p>
          <a:p>
            <a:r>
              <a:t>• Ready for cloud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marketing on high-value locations</a:t>
            </a:r>
          </a:p>
          <a:p>
            <a:r>
              <a:t>• Use ML model for automated valuation</a:t>
            </a:r>
          </a:p>
          <a:p>
            <a:r>
              <a:t>• Continuously retrain with new data</a:t>
            </a:r>
          </a:p>
          <a:p>
            <a:r>
              <a:t>• Monitor prediction accuracy regularly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end-to-end ML pipeline</a:t>
            </a:r>
          </a:p>
          <a:p>
            <a:r>
              <a:t>• Delivered deployable prediction model</a:t>
            </a:r>
          </a:p>
          <a:p>
            <a:r>
              <a:t>• Provided business insights</a:t>
            </a:r>
          </a:p>
          <a:p>
            <a:r>
              <a:t>• Scalable and production-ready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